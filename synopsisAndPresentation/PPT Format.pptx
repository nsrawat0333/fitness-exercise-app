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10" r:id="rId3"/>
    <p:sldId id="261" r:id="rId4"/>
    <p:sldId id="292" r:id="rId5"/>
    <p:sldId id="293" r:id="rId6"/>
    <p:sldId id="294" r:id="rId7"/>
    <p:sldId id="295" r:id="rId8"/>
    <p:sldId id="296" r:id="rId9"/>
    <p:sldId id="297" r:id="rId10"/>
    <p:sldId id="311" r:id="rId11"/>
    <p:sldId id="291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8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48154" y="1657299"/>
            <a:ext cx="5821680" cy="1672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1984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3955" y="269570"/>
            <a:ext cx="689800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133822"/>
            <a:ext cx="6066790" cy="446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696" y="1332356"/>
            <a:ext cx="10029825" cy="48974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430020" marR="5080" indent="-1417955" algn="ctr">
              <a:lnSpc>
                <a:spcPct val="100699"/>
              </a:lnSpc>
              <a:spcBef>
                <a:spcPts val="65"/>
              </a:spcBef>
            </a:pPr>
            <a:r>
              <a:rPr lang="en-IN" sz="3200" b="1" dirty="0">
                <a:latin typeface="Calibri"/>
                <a:cs typeface="Calibri"/>
              </a:rPr>
              <a:t>&lt;Title Name&gt;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0143" y="3615601"/>
            <a:ext cx="4398645" cy="180107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76835" algn="ctr">
              <a:lnSpc>
                <a:spcPct val="100000"/>
              </a:lnSpc>
              <a:spcBef>
                <a:spcPts val="875"/>
              </a:spcBef>
            </a:pPr>
            <a:r>
              <a:rPr lang="en-IN" sz="2400" b="1" dirty="0">
                <a:latin typeface="Times New Roman"/>
                <a:cs typeface="Times New Roman"/>
              </a:rPr>
              <a:t>Student Name 1 (Roll No.)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lang="en-IN" sz="2400" b="1" spc="-10" dirty="0">
                <a:latin typeface="Times New Roman"/>
                <a:cs typeface="Times New Roman"/>
              </a:rPr>
              <a:t>Student Name 2 (Roll No.)</a:t>
            </a:r>
            <a:endParaRPr sz="24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15599"/>
              </a:lnSpc>
              <a:spcBef>
                <a:spcPts val="110"/>
              </a:spcBef>
            </a:pPr>
            <a:r>
              <a:rPr lang="en-IN" sz="2400" b="1" spc="-10" dirty="0">
                <a:latin typeface="Times New Roman"/>
                <a:cs typeface="Times New Roman"/>
              </a:rPr>
              <a:t>Student Name 3 (Roll No.)</a:t>
            </a:r>
          </a:p>
          <a:p>
            <a:pPr marL="12700" marR="5080" algn="ctr">
              <a:lnSpc>
                <a:spcPct val="115599"/>
              </a:lnSpc>
              <a:spcBef>
                <a:spcPts val="110"/>
              </a:spcBef>
            </a:pPr>
            <a:r>
              <a:rPr lang="en-IN" sz="2400" b="1" spc="-10" dirty="0">
                <a:latin typeface="Times New Roman"/>
                <a:cs typeface="Times New Roman"/>
              </a:rPr>
              <a:t>Student Name 4 (Roll No.)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67000" y="224408"/>
            <a:ext cx="67818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800" spc="-10" dirty="0"/>
              <a:t>SYNOPSIS PRESENTATION </a:t>
            </a:r>
            <a:r>
              <a:rPr sz="2800" spc="-10" dirty="0"/>
              <a:t>(</a:t>
            </a:r>
            <a:r>
              <a:rPr lang="en-IN" sz="2800" spc="-10" dirty="0"/>
              <a:t>REVIEW</a:t>
            </a:r>
            <a:r>
              <a:rPr sz="2800" spc="-10" dirty="0"/>
              <a:t>-</a:t>
            </a:r>
            <a:r>
              <a:rPr sz="2800" spc="-20" dirty="0"/>
              <a:t>I)</a:t>
            </a:r>
            <a:endParaRPr sz="2800" dirty="0"/>
          </a:p>
        </p:txBody>
      </p:sp>
      <p:sp>
        <p:nvSpPr>
          <p:cNvPr id="5" name="object 5"/>
          <p:cNvSpPr txBox="1"/>
          <p:nvPr/>
        </p:nvSpPr>
        <p:spPr>
          <a:xfrm>
            <a:off x="6781799" y="3629721"/>
            <a:ext cx="4620057" cy="13667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24000"/>
              </a:lnSpc>
              <a:spcBef>
                <a:spcPts val="75"/>
              </a:spcBef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Supervisor Name</a:t>
            </a:r>
          </a:p>
          <a:p>
            <a:pPr marL="12700" marR="5080" algn="ctr">
              <a:lnSpc>
                <a:spcPct val="124000"/>
              </a:lnSpc>
              <a:spcBef>
                <a:spcPts val="75"/>
              </a:spcBef>
            </a:pPr>
            <a:r>
              <a:rPr sz="2400" spc="-10" dirty="0">
                <a:latin typeface="Times New Roman"/>
                <a:cs typeface="Times New Roman"/>
              </a:rPr>
              <a:t>Prof</a:t>
            </a:r>
            <a:r>
              <a:rPr lang="en-IN" sz="2400" spc="-10" dirty="0">
                <a:latin typeface="Times New Roman"/>
                <a:cs typeface="Times New Roman"/>
              </a:rPr>
              <a:t>. </a:t>
            </a:r>
            <a:r>
              <a:rPr sz="2400" spc="-10" dirty="0">
                <a:latin typeface="Times New Roman"/>
                <a:cs typeface="Times New Roman"/>
              </a:rPr>
              <a:t>(CSE),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0" dirty="0" err="1">
                <a:latin typeface="Times New Roman"/>
                <a:cs typeface="Times New Roman"/>
              </a:rPr>
              <a:t>SoEC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IN" sz="2400" spc="-20" dirty="0">
                <a:latin typeface="Times New Roman"/>
                <a:cs typeface="Times New Roman"/>
              </a:rPr>
              <a:t>(</a:t>
            </a:r>
            <a:r>
              <a:rPr sz="2400" spc="-10" dirty="0">
                <a:latin typeface="Times New Roman"/>
                <a:cs typeface="Times New Roman"/>
              </a:rPr>
              <a:t>Supervisor</a:t>
            </a:r>
            <a:r>
              <a:rPr lang="en-IN" sz="2400" spc="-10" dirty="0">
                <a:latin typeface="Times New Roman"/>
                <a:cs typeface="Times New Roman"/>
              </a:rPr>
              <a:t>)</a:t>
            </a:r>
          </a:p>
          <a:p>
            <a:pPr marL="12700" marR="5080" algn="ctr">
              <a:lnSpc>
                <a:spcPct val="124000"/>
              </a:lnSpc>
              <a:spcBef>
                <a:spcPts val="75"/>
              </a:spcBef>
            </a:pPr>
            <a:r>
              <a:rPr lang="en-IN" sz="2400" spc="-10" dirty="0">
                <a:latin typeface="Times New Roman"/>
                <a:cs typeface="Times New Roman"/>
              </a:rPr>
              <a:t>Dev Bhoomi Uttarakhand University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4599717-E09D-8BE3-268D-83364F1F7E05}"/>
              </a:ext>
            </a:extLst>
          </p:cNvPr>
          <p:cNvSpPr txBox="1"/>
          <p:nvPr/>
        </p:nvSpPr>
        <p:spPr>
          <a:xfrm>
            <a:off x="6858000" y="4996505"/>
            <a:ext cx="4620057" cy="13667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24000"/>
              </a:lnSpc>
              <a:spcBef>
                <a:spcPts val="75"/>
              </a:spcBef>
            </a:pP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Co-Supervisor Name(If Any)</a:t>
            </a:r>
          </a:p>
          <a:p>
            <a:pPr marL="12700" marR="5080" algn="ctr">
              <a:lnSpc>
                <a:spcPct val="124000"/>
              </a:lnSpc>
              <a:spcBef>
                <a:spcPts val="75"/>
              </a:spcBef>
            </a:pPr>
            <a:r>
              <a:rPr sz="2400" spc="-10" dirty="0">
                <a:latin typeface="Times New Roman"/>
                <a:cs typeface="Times New Roman"/>
              </a:rPr>
              <a:t>Prof</a:t>
            </a:r>
            <a:r>
              <a:rPr lang="en-IN" sz="2400" spc="-10" dirty="0">
                <a:latin typeface="Times New Roman"/>
                <a:cs typeface="Times New Roman"/>
              </a:rPr>
              <a:t>. </a:t>
            </a:r>
            <a:r>
              <a:rPr sz="2400" spc="-10" dirty="0">
                <a:latin typeface="Times New Roman"/>
                <a:cs typeface="Times New Roman"/>
              </a:rPr>
              <a:t>(CSE),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0" dirty="0" err="1">
                <a:latin typeface="Times New Roman"/>
                <a:cs typeface="Times New Roman"/>
              </a:rPr>
              <a:t>SoEC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lang="en-IN" sz="2400" spc="-20" dirty="0">
                <a:latin typeface="Times New Roman"/>
                <a:cs typeface="Times New Roman"/>
              </a:rPr>
              <a:t>(Co-</a:t>
            </a:r>
            <a:r>
              <a:rPr sz="2400" spc="-10" dirty="0">
                <a:latin typeface="Times New Roman"/>
                <a:cs typeface="Times New Roman"/>
              </a:rPr>
              <a:t>Supervisor</a:t>
            </a:r>
            <a:r>
              <a:rPr lang="en-IN" sz="2400" spc="-10" dirty="0">
                <a:latin typeface="Times New Roman"/>
                <a:cs typeface="Times New Roman"/>
              </a:rPr>
              <a:t>)</a:t>
            </a:r>
          </a:p>
          <a:p>
            <a:pPr marL="12700" marR="5080" algn="ctr">
              <a:lnSpc>
                <a:spcPct val="124000"/>
              </a:lnSpc>
              <a:spcBef>
                <a:spcPts val="75"/>
              </a:spcBef>
            </a:pPr>
            <a:r>
              <a:rPr lang="en-IN" sz="2400" spc="-10" dirty="0">
                <a:latin typeface="Times New Roman"/>
                <a:cs typeface="Times New Roman"/>
              </a:rPr>
              <a:t>Dev Bhoomi Uttarakhand University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E596C5-B792-ADBA-D772-63091E8FBBBD}"/>
              </a:ext>
            </a:extLst>
          </p:cNvPr>
          <p:cNvSpPr txBox="1"/>
          <p:nvPr/>
        </p:nvSpPr>
        <p:spPr>
          <a:xfrm>
            <a:off x="2479531" y="251818"/>
            <a:ext cx="7232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 of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7EAA5-49F3-D48D-7108-94B8453017E5}"/>
              </a:ext>
            </a:extLst>
          </p:cNvPr>
          <p:cNvSpPr txBox="1"/>
          <p:nvPr/>
        </p:nvSpPr>
        <p:spPr>
          <a:xfrm>
            <a:off x="1415144" y="1545772"/>
            <a:ext cx="77312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Background and Motivation of Research</a:t>
            </a:r>
          </a:p>
          <a:p>
            <a:pPr marL="342900" indent="-342900">
              <a:buAutoNum type="arabicPeriod"/>
            </a:pPr>
            <a:r>
              <a:rPr lang="en-US" sz="32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 Review</a:t>
            </a:r>
            <a:endParaRPr lang="en-US" sz="3200" kern="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32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Gaps</a:t>
            </a:r>
          </a:p>
          <a:p>
            <a:pPr marL="342900" indent="-342900">
              <a:buAutoNum type="arabicPeriod"/>
            </a:pPr>
            <a:r>
              <a:rPr lang="en-US" sz="32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</a:t>
            </a:r>
            <a:endParaRPr lang="en-US" sz="3200" kern="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Proposed </a:t>
            </a:r>
            <a:r>
              <a:rPr lang="en-US" sz="32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Methodology </a:t>
            </a:r>
          </a:p>
          <a:p>
            <a:pPr marL="342900" indent="-342900">
              <a:buAutoNum type="arabicPeriod"/>
            </a:pPr>
            <a:r>
              <a:rPr lang="en-US" sz="32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Plan with Time Frame</a:t>
            </a:r>
            <a:endParaRPr lang="en-US" sz="3200" kern="0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32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Outcome and Conclusion</a:t>
            </a:r>
          </a:p>
          <a:p>
            <a:pPr marL="342900" indent="-342900">
              <a:buAutoNum type="arabicPeriod"/>
            </a:pPr>
            <a:r>
              <a:rPr lang="en-US" sz="3200" kern="0" spc="-10" dirty="0">
                <a:latin typeface="Times New Roman" panose="02020603050405020304" pitchFamily="18" charset="0"/>
              </a:rPr>
              <a:t>References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3016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139258"/>
            <a:ext cx="10647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Background and Motivation of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A947-0256-1BB4-012A-9037876C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269570"/>
            <a:ext cx="10609960" cy="492443"/>
          </a:xfrm>
        </p:spPr>
        <p:txBody>
          <a:bodyPr/>
          <a:lstStyle/>
          <a:p>
            <a:pPr algn="ctr"/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09118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82C0-822A-138E-715D-592A04A2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45" y="269570"/>
            <a:ext cx="10454716" cy="492443"/>
          </a:xfrm>
        </p:spPr>
        <p:txBody>
          <a:bodyPr/>
          <a:lstStyle/>
          <a:p>
            <a:pPr algn="ctr"/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Research Gaps</a:t>
            </a:r>
          </a:p>
        </p:txBody>
      </p:sp>
    </p:spTree>
    <p:extLst>
      <p:ext uri="{BB962C8B-B14F-4D97-AF65-F5344CB8AC3E}">
        <p14:creationId xmlns:p14="http://schemas.microsoft.com/office/powerpoint/2010/main" val="2357006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67A5-6135-391E-DE91-56717D20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45" y="269570"/>
            <a:ext cx="10454716" cy="492443"/>
          </a:xfrm>
        </p:spPr>
        <p:txBody>
          <a:bodyPr/>
          <a:lstStyle/>
          <a:p>
            <a:pPr algn="ctr"/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3FC8F-D363-3F67-BAAA-31450E69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0598" y="1133822"/>
            <a:ext cx="2133601" cy="618778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6904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1652-F5C6-9673-299F-A7F22DEB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269571"/>
            <a:ext cx="10838560" cy="492443"/>
          </a:xfrm>
        </p:spPr>
        <p:txBody>
          <a:bodyPr/>
          <a:lstStyle/>
          <a:p>
            <a:pPr algn="ctr"/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Proposed Methodology </a:t>
            </a:r>
          </a:p>
        </p:txBody>
      </p:sp>
    </p:spTree>
    <p:extLst>
      <p:ext uri="{BB962C8B-B14F-4D97-AF65-F5344CB8AC3E}">
        <p14:creationId xmlns:p14="http://schemas.microsoft.com/office/powerpoint/2010/main" val="86616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3492D07-98BB-0AC3-D911-C96AF07C4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269571"/>
            <a:ext cx="10838560" cy="492443"/>
          </a:xfrm>
        </p:spPr>
        <p:txBody>
          <a:bodyPr/>
          <a:lstStyle/>
          <a:p>
            <a:pPr algn="ctr"/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Research Plan with Time Frame</a:t>
            </a:r>
          </a:p>
        </p:txBody>
      </p:sp>
    </p:spTree>
    <p:extLst>
      <p:ext uri="{BB962C8B-B14F-4D97-AF65-F5344CB8AC3E}">
        <p14:creationId xmlns:p14="http://schemas.microsoft.com/office/powerpoint/2010/main" val="145638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7D29CCA-C969-1E42-0A6D-F62D04091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269571"/>
            <a:ext cx="10838560" cy="492443"/>
          </a:xfrm>
        </p:spPr>
        <p:txBody>
          <a:bodyPr/>
          <a:lstStyle/>
          <a:p>
            <a:pPr algn="ctr"/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Outcome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533497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ACFB05-0E34-2120-1FA8-B5E1AF98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269571"/>
            <a:ext cx="10838560" cy="492443"/>
          </a:xfrm>
        </p:spPr>
        <p:txBody>
          <a:bodyPr/>
          <a:lstStyle/>
          <a:p>
            <a:pPr algn="ctr"/>
            <a:r>
              <a:rPr lang="en-US" sz="32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384716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44161" y="2376881"/>
            <a:ext cx="322135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Thank</a:t>
            </a:r>
            <a:r>
              <a:rPr sz="4400" spc="-270" dirty="0"/>
              <a:t> </a:t>
            </a:r>
            <a:r>
              <a:rPr sz="4400" spc="-60" dirty="0"/>
              <a:t>You!!!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123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Tahoma</vt:lpstr>
      <vt:lpstr>Times New Roman</vt:lpstr>
      <vt:lpstr>Office Theme</vt:lpstr>
      <vt:lpstr>SYNOPSIS PRESENTATION (REVIEW-I)</vt:lpstr>
      <vt:lpstr>PowerPoint Presentation</vt:lpstr>
      <vt:lpstr>Background and Motivation of Research</vt:lpstr>
      <vt:lpstr>Literature Review</vt:lpstr>
      <vt:lpstr>Research Gaps</vt:lpstr>
      <vt:lpstr>Project Objective</vt:lpstr>
      <vt:lpstr>Proposed Methodology </vt:lpstr>
      <vt:lpstr>Research Plan with Time Frame</vt:lpstr>
      <vt:lpstr>Outcome and Conclusion</vt:lpstr>
      <vt:lpstr>References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DHAJVIR RAI</cp:lastModifiedBy>
  <cp:revision>34</cp:revision>
  <dcterms:created xsi:type="dcterms:W3CDTF">2026-06-09T19:50:59Z</dcterms:created>
  <dcterms:modified xsi:type="dcterms:W3CDTF">2026-08-26T12:46:52Z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2025-12-19T00:00:00Z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2026-06-09T00:00:00Z</vt:filetime>
  </property>
  <property fmtid="{D5CDD505-2E9C-101B-9397-08002B2CF9AE}" pid="6" name="Producer">
    <vt:lpwstr>www.ilovepdf.com</vt:lpwstr>
  </property>
</Properties>
</file>